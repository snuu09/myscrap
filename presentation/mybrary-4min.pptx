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붙여넣으면 AI가 분류해 주는 개인 책장입니다. 4분 이야기입니다.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스크랩 서비스는 이미 있습니다. 다만 일부 형태만 받거나, 링크는 직접 열어봐야 합니다. MyBrary는 여러 형태를 한곳에 모으고 미리보기·요약으로 이동 없이 확인합니다.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웹 기준으로 메모·링크·영상 초안을 보여 주세요. 폰은 부가적으로, 같은 흐름이 모바일에서도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지원 형태를 보여 준 뒤, 하단 주소나 스크린샷을 눌러 라이브 웹을 엽니다. https://mybrary-snuu09.web.app/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MVP 화면을 보여 준 뒤, 하단 주소나 스크린샷을 눌러 라이브 웹을 엽니다. https://mybrary-snuu09.web.app/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바이브 코딩과 안드로이드 개발만 한 내가 web 에 대한 지식을 경험을 기대하여 지원하였고 좋은 기회로 인해 2달 간 값진 경험을 하였다. mvp 단계지만 생각한 아이디어를 바이브 코딩을 통해 구현했고 점점 욕심과 의욕이 생겨 실제 서비스가 될 수 있게 노력할 예정이다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라이브에서 둘러보기로 바로 열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2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hyperlink" Target="https://mybrary-snuu09.web.app/" TargetMode="External"/><Relationship Id="rId11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hyperlink" Target="https://mybrary-snuu09.web.app/" TargetMode="External"/><Relationship Id="rId10" Type="http://schemas.openxmlformats.org/officeDocument/2006/relationships/image" Target="../media/image20.png"/><Relationship Id="rId11" Type="http://schemas.openxmlformats.org/officeDocument/2006/relationships/image" Target="../media/image12.png"/><Relationship Id="rId12" Type="http://schemas.openxmlformats.org/officeDocument/2006/relationships/image" Target="../media/image21.png"/><Relationship Id="rId13" Type="http://schemas.openxmlformats.org/officeDocument/2006/relationships/image" Target="../media/image22.png"/><Relationship Id="rId1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hyperlink" Target="https://mybrary-snuu09.web.app/" TargetMode="External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7.jp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mybrary-snuu09.web.app/" TargetMode="External"/><Relationship Id="rId3" Type="http://schemas.openxmlformats.org/officeDocument/2006/relationships/image" Target="../media/image28.png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002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500" b="1">
                <a:solidFill>
                  <a:srgbClr val="E56F0A"/>
                </a:solidFill>
                <a:latin typeface="Apple SD Gothic Neo"/>
                <a:ea typeface="Apple SD Gothic Neo"/>
                <a:cs typeface="Apple SD Gothic Neo"/>
              </a:rPr>
              <a:t>성남청년 AI 캠프 · MVP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5600" b="1">
                <a:solidFill>
                  <a:srgbClr val="322C26"/>
                </a:solidFill>
                <a:latin typeface="Apple SD Gothic Neo"/>
                <a:ea typeface="Apple SD Gothic Neo"/>
                <a:cs typeface="Apple SD Gothic Neo"/>
              </a:rPr>
              <a:t>MyBrary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400" b="0">
                <a:solidFill>
                  <a:srgbClr val="524940"/>
                </a:solidFill>
                <a:latin typeface="Apple SD Gothic Neo"/>
                <a:ea typeface="Apple SD Gothic Neo"/>
                <a:cs typeface="Apple SD Gothic Neo"/>
              </a:rPr>
              <a:t>붙여넣으면, AI가 분류해 줘요.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000" b="1">
                <a:solidFill>
                  <a:srgbClr val="322C26"/>
                </a:solidFill>
                <a:latin typeface="Apple SD Gothic Neo"/>
                <a:ea typeface="Apple SD Gothic Neo"/>
                <a:cs typeface="Apple SD Gothic Neo"/>
              </a:rPr>
              <a:t>박경진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160520"/>
            <a:ext cx="160020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as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4242816"/>
            <a:ext cx="256032" cy="2560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24127" y="4233672"/>
            <a:ext cx="1124712" cy="3108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400" b="1">
                <a:solidFill>
                  <a:srgbClr val="322C26"/>
                </a:solidFill>
                <a:latin typeface="Apple SD Gothic Neo"/>
                <a:ea typeface="Apple SD Gothic Neo"/>
                <a:cs typeface="Apple SD Gothic Neo"/>
              </a:rPr>
              <a:t>붙여넣기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50008" y="4160520"/>
            <a:ext cx="150876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park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1448" y="4242816"/>
            <a:ext cx="256032" cy="2560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734056" y="4233672"/>
            <a:ext cx="1033271" cy="3108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400" b="1">
                <a:solidFill>
                  <a:srgbClr val="322C26"/>
                </a:solidFill>
                <a:latin typeface="Apple SD Gothic Neo"/>
                <a:ea typeface="Apple SD Gothic Neo"/>
                <a:cs typeface="Apple SD Gothic Neo"/>
              </a:rPr>
              <a:t>AI 분류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68496" y="4160520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9935" y="4242816"/>
            <a:ext cx="256032" cy="2560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352544" y="4233672"/>
            <a:ext cx="1216152" cy="3108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400" b="1">
                <a:solidFill>
                  <a:srgbClr val="322C26"/>
                </a:solidFill>
                <a:latin typeface="Apple SD Gothic Neo"/>
                <a:ea typeface="Apple SD Gothic Neo"/>
                <a:cs typeface="Apple SD Gothic Neo"/>
              </a:rPr>
              <a:t>다시 찾기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6692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500" b="0">
                <a:solidFill>
                  <a:srgbClr val="6E665C"/>
                </a:solidFill>
                <a:latin typeface="Apple SD Gothic Neo"/>
                <a:ea typeface="Apple SD Gothic Neo"/>
                <a:cs typeface="Apple SD Gothic Neo"/>
              </a:rPr>
              <a:t>개인 스크랩 · 글 · 사진 · 영상 · 소리 · 링크 · 문서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300" b="1">
                <a:solidFill>
                  <a:srgbClr val="E56F0A"/>
                </a:solidFill>
                <a:latin typeface="Apple SD Gothic Neo"/>
                <a:ea typeface="Apple SD Gothic Neo"/>
                <a:cs typeface="Apple SD Gothic Neo"/>
              </a:rPr>
              <a:t>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600" b="1">
                <a:solidFill>
                  <a:srgbClr val="322C26"/>
                </a:solidFill>
                <a:latin typeface="Apple SD Gothic Neo"/>
                <a:ea typeface="Apple SD Gothic Neo"/>
                <a:cs typeface="Apple SD Gothic Neo"/>
              </a:rPr>
              <a:t>정보는 많은데, 한곳이 없어요.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300" b="0">
                <a:solidFill>
                  <a:srgbClr val="6E665C"/>
                </a:solidFill>
                <a:latin typeface="Apple SD Gothic Neo"/>
                <a:ea typeface="Apple SD Gothic Neo"/>
                <a:cs typeface="Apple SD Gothic Neo"/>
              </a:rPr>
              <a:t>스크랩 서비스는 이미 있습니다. 그래도 모으고 확인하는 흐름은 여전히 불편합니다.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6583680" cy="4937760"/>
          </a:xfrm>
          <a:prstGeom prst="roundRect">
            <a:avLst>
              <a:gd name="adj" fmla="val 4000"/>
            </a:avLst>
          </a:prstGeom>
          <a:solidFill>
            <a:srgbClr val="2A1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roblem-miri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0192" y="1554480"/>
            <a:ext cx="2809134" cy="46634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0" y="1417320"/>
            <a:ext cx="438912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ag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1581912"/>
            <a:ext cx="256032" cy="256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63840" y="1581912"/>
            <a:ext cx="356616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1">
                <a:solidFill>
                  <a:srgbClr val="E56F0A"/>
                </a:solidFill>
                <a:latin typeface="Apple SD Gothic Neo"/>
                <a:ea typeface="Apple SD Gothic Neo"/>
                <a:cs typeface="Apple SD Gothic Neo"/>
              </a:rPr>
              <a:t>누구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1856232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400" b="1">
                <a:solidFill>
                  <a:srgbClr val="322C26"/>
                </a:solidFill>
                <a:latin typeface="Apple SD Gothic Neo"/>
                <a:ea typeface="Apple SD Gothic Neo"/>
                <a:cs typeface="Apple SD Gothic Neo"/>
              </a:rPr>
              <a:t>스크랩을 자주 하는 사람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130552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0">
                <a:solidFill>
                  <a:srgbClr val="6E665C"/>
                </a:solidFill>
                <a:latin typeface="Apple SD Gothic Neo"/>
                <a:ea typeface="Apple SD Gothic Neo"/>
                <a:cs typeface="Apple SD Gothic Neo"/>
              </a:rPr>
              <a:t>글·링크·파일·영상을 자주 저장하지만, 쓰는 도구가 여러 개로 갈라집니다.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2651760"/>
            <a:ext cx="438912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lip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79" y="2816352"/>
            <a:ext cx="256032" cy="2560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863840" y="2816352"/>
            <a:ext cx="356616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1">
                <a:solidFill>
                  <a:srgbClr val="E56F0A"/>
                </a:solidFill>
                <a:latin typeface="Apple SD Gothic Neo"/>
                <a:ea typeface="Apple SD Gothic Neo"/>
                <a:cs typeface="Apple SD Gothic Neo"/>
              </a:rPr>
              <a:t>불편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090672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400" b="1">
                <a:solidFill>
                  <a:srgbClr val="322C26"/>
                </a:solidFill>
                <a:latin typeface="Apple SD Gothic Neo"/>
                <a:ea typeface="Apple SD Gothic Neo"/>
                <a:cs typeface="Apple SD Gothic Neo"/>
              </a:rPr>
              <a:t>서비스는 있어도 형태·확인이 불편함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3364992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0">
                <a:solidFill>
                  <a:srgbClr val="6E665C"/>
                </a:solidFill>
                <a:latin typeface="Apple SD Gothic Neo"/>
                <a:ea typeface="Apple SD Gothic Neo"/>
                <a:cs typeface="Apple SD Gothic Neo"/>
              </a:rPr>
              <a:t>스크랩 서비스는 있지만 일부 자료 형태만 받거나, 링크는 직접 열어봐야 내용을 확인할 수 있습니다.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3886200"/>
            <a:ext cx="438912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ea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79" y="4050791"/>
            <a:ext cx="256032" cy="25603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863840" y="4050791"/>
            <a:ext cx="356616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1">
                <a:solidFill>
                  <a:srgbClr val="E56F0A"/>
                </a:solidFill>
                <a:latin typeface="Apple SD Gothic Neo"/>
                <a:ea typeface="Apple SD Gothic Neo"/>
                <a:cs typeface="Apple SD Gothic Neo"/>
              </a:rPr>
              <a:t>왜 안 풀리나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4325112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400" b="1">
                <a:solidFill>
                  <a:srgbClr val="322C26"/>
                </a:solidFill>
                <a:latin typeface="Apple SD Gothic Neo"/>
                <a:ea typeface="Apple SD Gothic Neo"/>
                <a:cs typeface="Apple SD Gothic Neo"/>
              </a:rPr>
              <a:t>저장과 확인이 따로 움직임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4599432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0">
                <a:solidFill>
                  <a:srgbClr val="6E665C"/>
                </a:solidFill>
                <a:latin typeface="Apple SD Gothic Neo"/>
                <a:ea typeface="Apple SD Gothic Neo"/>
                <a:cs typeface="Apple SD Gothic Neo"/>
              </a:rPr>
              <a:t>형태마다 앱이 갈라지고, 미리보기·요약이 약해 원문으로 다시 이동해야 합니다.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0" y="5120640"/>
            <a:ext cx="4389120" cy="1143000"/>
          </a:xfrm>
          <a:prstGeom prst="roundRect">
            <a:avLst>
              <a:gd name="adj" fmla="val 6000"/>
            </a:avLst>
          </a:prstGeom>
          <a:solidFill>
            <a:srgbClr val="FFF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spark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79" y="5285232"/>
            <a:ext cx="256032" cy="25603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863840" y="5285232"/>
            <a:ext cx="3566160" cy="21945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1">
                <a:solidFill>
                  <a:srgbClr val="E56F0A"/>
                </a:solidFill>
                <a:latin typeface="Apple SD Gothic Neo"/>
                <a:ea typeface="Apple SD Gothic Neo"/>
                <a:cs typeface="Apple SD Gothic Neo"/>
              </a:rPr>
              <a:t>그래서 MyBrary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5559552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400" b="1">
                <a:solidFill>
                  <a:srgbClr val="322C26"/>
                </a:solidFill>
                <a:latin typeface="Apple SD Gothic Neo"/>
                <a:ea typeface="Apple SD Gothic Neo"/>
                <a:cs typeface="Apple SD Gothic Neo"/>
              </a:rPr>
              <a:t>붙여넣으면 초안이 나와요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5833872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0">
                <a:solidFill>
                  <a:srgbClr val="6E665C"/>
                </a:solidFill>
                <a:latin typeface="Apple SD Gothic Neo"/>
                <a:ea typeface="Apple SD Gothic Neo"/>
                <a:cs typeface="Apple SD Gothic Neo"/>
              </a:rPr>
              <a:t>여러 형태를 한 책장에 모으고, 미리보기·요약으로 이동 없이 확인할 수 있게 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300" b="1">
                <a:solidFill>
                  <a:srgbClr val="E56F0A"/>
                </a:solidFill>
                <a:latin typeface="Apple SD Gothic Neo"/>
                <a:ea typeface="Apple SD Gothic Neo"/>
                <a:cs typeface="Apple SD Gothic Neo"/>
              </a:rPr>
              <a:t>AI 자동 분류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600" b="1">
                <a:solidFill>
                  <a:srgbClr val="322C26"/>
                </a:solidFill>
                <a:latin typeface="Apple SD Gothic Neo"/>
                <a:ea typeface="Apple SD Gothic Neo"/>
                <a:cs typeface="Apple SD Gothic Neo"/>
              </a:rPr>
              <a:t>붙여넣으면, 결과 초안이 먼저 나와요.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97280"/>
            <a:ext cx="105156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79576"/>
            <a:ext cx="256032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86968" y="1170432"/>
            <a:ext cx="576071" cy="3108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400" b="1">
                <a:solidFill>
                  <a:srgbClr val="322C26"/>
                </a:solidFill>
                <a:latin typeface="Apple SD Gothic Neo"/>
                <a:ea typeface="Apple SD Gothic Neo"/>
                <a:cs typeface="Apple SD Gothic Neo"/>
              </a:rPr>
              <a:t>제목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64208" y="1097280"/>
            <a:ext cx="105156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5648" y="1179576"/>
            <a:ext cx="256032" cy="256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048256" y="1170432"/>
            <a:ext cx="576071" cy="3108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400" b="1">
                <a:solidFill>
                  <a:srgbClr val="322C26"/>
                </a:solidFill>
                <a:latin typeface="Apple SD Gothic Neo"/>
                <a:ea typeface="Apple SD Gothic Neo"/>
                <a:cs typeface="Apple SD Gothic Neo"/>
              </a:rPr>
              <a:t>태그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25496" y="1097280"/>
            <a:ext cx="109728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book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6936" y="1179576"/>
            <a:ext cx="256032" cy="2560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209544" y="1170432"/>
            <a:ext cx="621792" cy="3108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400" b="1">
                <a:solidFill>
                  <a:srgbClr val="322C26"/>
                </a:solidFill>
                <a:latin typeface="Apple SD Gothic Neo"/>
                <a:ea typeface="Apple SD Gothic Neo"/>
                <a:cs typeface="Apple SD Gothic Neo"/>
              </a:rPr>
              <a:t>분류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32504" y="1097280"/>
            <a:ext cx="155448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park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3944" y="1179576"/>
            <a:ext cx="256032" cy="2560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416552" y="1170432"/>
            <a:ext cx="1078992" cy="3108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400" b="1">
                <a:solidFill>
                  <a:srgbClr val="322C26"/>
                </a:solidFill>
                <a:latin typeface="Apple SD Gothic Neo"/>
                <a:ea typeface="Apple SD Gothic Neo"/>
                <a:cs typeface="Apple SD Gothic Neo"/>
              </a:rPr>
              <a:t>요약·분석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1691640"/>
            <a:ext cx="292608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desktop-draft-mem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1" y="2903220"/>
            <a:ext cx="2779776" cy="173736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2011680" y="1801368"/>
            <a:ext cx="1143000" cy="329184"/>
          </a:xfrm>
          <a:prstGeom prst="roundRect">
            <a:avLst>
              <a:gd name="adj" fmla="val 45000"/>
            </a:avLst>
          </a:prstGeom>
          <a:solidFill>
            <a:srgbClr val="E56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84832" y="1874520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메모 초안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20440" y="1691640"/>
            <a:ext cx="292608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desktop-draft-lin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93591" y="2903220"/>
            <a:ext cx="2779776" cy="173736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5074920" y="1801368"/>
            <a:ext cx="1143000" cy="329184"/>
          </a:xfrm>
          <a:prstGeom prst="roundRect">
            <a:avLst>
              <a:gd name="adj" fmla="val 45000"/>
            </a:avLst>
          </a:prstGeom>
          <a:solidFill>
            <a:srgbClr val="E56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48072" y="1874520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링크 초안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0" y="1691640"/>
            <a:ext cx="292608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desktop-draft-vide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56832" y="2903220"/>
            <a:ext cx="2779776" cy="1737360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8138160" y="1801368"/>
            <a:ext cx="1143000" cy="329184"/>
          </a:xfrm>
          <a:prstGeom prst="roundRect">
            <a:avLst>
              <a:gd name="adj" fmla="val 45000"/>
            </a:avLst>
          </a:prstGeom>
          <a:solidFill>
            <a:srgbClr val="E56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11312" y="1874520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영상 초안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84080" y="1600200"/>
            <a:ext cx="2011680" cy="4343400"/>
          </a:xfrm>
          <a:prstGeom prst="roundRect">
            <a:avLst>
              <a:gd name="adj" fmla="val 8000"/>
            </a:avLst>
          </a:prstGeom>
          <a:solidFill>
            <a:srgbClr val="2A1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mobile-plu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75519" y="1793044"/>
            <a:ext cx="1828800" cy="3957710"/>
          </a:xfrm>
          <a:prstGeom prst="rect">
            <a:avLst/>
          </a:prstGeom>
        </p:spPr>
      </p:pic>
      <p:sp>
        <p:nvSpPr>
          <p:cNvPr id="31" name="TextBox 30">
            <a:hlinkClick r:id="rId10"/>
          </p:cNvPr>
          <p:cNvSpPr txBox="1"/>
          <p:nvPr/>
        </p:nvSpPr>
        <p:spPr>
          <a:xfrm>
            <a:off x="502920" y="6327648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400" b="1">
                <a:solidFill>
                  <a:srgbClr val="E56F0A"/>
                </a:solidFill>
                <a:latin typeface="Apple SD Gothic Neo"/>
                <a:ea typeface="Apple SD Gothic Neo"/>
                <a:cs typeface="Apple SD Gothic Neo"/>
              </a:rPr>
              <a:t>https://mybrary-snuu09.web.app/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300" b="1">
                <a:solidFill>
                  <a:srgbClr val="E56F0A"/>
                </a:solidFill>
                <a:latin typeface="Apple SD Gothic Neo"/>
                <a:ea typeface="Apple SD Gothic Neo"/>
                <a:cs typeface="Apple SD Gothic Neo"/>
              </a:rPr>
              <a:t>핵심 기능 · 지원 형태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600" b="1">
                <a:solidFill>
                  <a:srgbClr val="322C26"/>
                </a:solidFill>
                <a:latin typeface="Apple SD Gothic Neo"/>
                <a:ea typeface="Apple SD Gothic Neo"/>
                <a:cs typeface="Apple SD Gothic Neo"/>
              </a:rPr>
              <a:t>여러 형태를, 같은 책장에 모아요.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97280"/>
            <a:ext cx="141732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79576"/>
            <a:ext cx="256032" cy="256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86968" y="1170432"/>
            <a:ext cx="941832" cy="3108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400" b="1">
                <a:solidFill>
                  <a:srgbClr val="322C26"/>
                </a:solidFill>
                <a:latin typeface="Apple SD Gothic Neo"/>
                <a:ea typeface="Apple SD Gothic Neo"/>
                <a:cs typeface="Apple SD Gothic Neo"/>
              </a:rPr>
              <a:t>PDF·문서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29967" y="1097280"/>
            <a:ext cx="109728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1408" y="1179576"/>
            <a:ext cx="256032" cy="256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414015" y="1170432"/>
            <a:ext cx="621792" cy="3108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400" b="1">
                <a:solidFill>
                  <a:srgbClr val="322C26"/>
                </a:solidFill>
                <a:latin typeface="Apple SD Gothic Neo"/>
                <a:ea typeface="Apple SD Gothic Neo"/>
                <a:cs typeface="Apple SD Gothic Neo"/>
              </a:rPr>
              <a:t>링크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36975" y="1097280"/>
            <a:ext cx="109728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vide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8415" y="1179576"/>
            <a:ext cx="256032" cy="2560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21023" y="1170432"/>
            <a:ext cx="621792" cy="3108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400" b="1">
                <a:solidFill>
                  <a:srgbClr val="322C26"/>
                </a:solidFill>
                <a:latin typeface="Apple SD Gothic Neo"/>
                <a:ea typeface="Apple SD Gothic Neo"/>
                <a:cs typeface="Apple SD Gothic Neo"/>
              </a:rPr>
              <a:t>영상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43983" y="1097280"/>
            <a:ext cx="109728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audi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5423" y="1179576"/>
            <a:ext cx="256032" cy="2560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828031" y="1170432"/>
            <a:ext cx="621792" cy="3108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400" b="1">
                <a:solidFill>
                  <a:srgbClr val="322C26"/>
                </a:solidFill>
                <a:latin typeface="Apple SD Gothic Neo"/>
                <a:ea typeface="Apple SD Gothic Neo"/>
                <a:cs typeface="Apple SD Gothic Neo"/>
              </a:rPr>
              <a:t>소리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50992" y="1097280"/>
            <a:ext cx="105156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tex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2431" y="1179576"/>
            <a:ext cx="256032" cy="25603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035040" y="1170432"/>
            <a:ext cx="576071" cy="3108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400" b="1">
                <a:solidFill>
                  <a:srgbClr val="322C26"/>
                </a:solidFill>
                <a:latin typeface="Apple SD Gothic Neo"/>
                <a:ea typeface="Apple SD Gothic Neo"/>
                <a:cs typeface="Apple SD Gothic Neo"/>
              </a:rPr>
              <a:t>메모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12279" y="1097280"/>
            <a:ext cx="105156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3719" y="1179576"/>
            <a:ext cx="256032" cy="25603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196327" y="1170432"/>
            <a:ext cx="576071" cy="310896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400" b="1">
                <a:solidFill>
                  <a:srgbClr val="322C26"/>
                </a:solidFill>
                <a:latin typeface="Apple SD Gothic Neo"/>
                <a:ea typeface="Apple SD Gothic Neo"/>
                <a:cs typeface="Apple SD Gothic Neo"/>
              </a:rPr>
              <a:t>사진</a:t>
            </a:r>
          </a:p>
        </p:txBody>
      </p:sp>
      <p:sp>
        <p:nvSpPr>
          <p:cNvPr id="23" name="Rounded Rectangle 22">
            <a:hlinkClick r:id="rId9"/>
          </p:cNvPr>
          <p:cNvSpPr/>
          <p:nvPr/>
        </p:nvSpPr>
        <p:spPr>
          <a:xfrm>
            <a:off x="457200" y="1691640"/>
            <a:ext cx="443484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desktop-detail-pd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9167" y="1764792"/>
            <a:ext cx="3130905" cy="1956815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3520439" y="1801368"/>
            <a:ext cx="1143000" cy="329184"/>
          </a:xfrm>
          <a:prstGeom prst="roundRect">
            <a:avLst>
              <a:gd name="adj" fmla="val 45000"/>
            </a:avLst>
          </a:prstGeom>
          <a:solidFill>
            <a:srgbClr val="E56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93591" y="1874520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PDF</a:t>
            </a:r>
          </a:p>
        </p:txBody>
      </p:sp>
      <p:sp>
        <p:nvSpPr>
          <p:cNvPr id="27" name="Rounded Rectangle 26">
            <a:hlinkClick r:id="rId9"/>
          </p:cNvPr>
          <p:cNvSpPr/>
          <p:nvPr/>
        </p:nvSpPr>
        <p:spPr>
          <a:xfrm>
            <a:off x="5029200" y="1691640"/>
            <a:ext cx="443484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desktop-detail-lin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81167" y="1764792"/>
            <a:ext cx="3130905" cy="1956815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8092440" y="1801368"/>
            <a:ext cx="1143000" cy="329184"/>
          </a:xfrm>
          <a:prstGeom prst="roundRect">
            <a:avLst>
              <a:gd name="adj" fmla="val 45000"/>
            </a:avLst>
          </a:prstGeom>
          <a:solidFill>
            <a:srgbClr val="E56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65592" y="1874520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링크</a:t>
            </a:r>
          </a:p>
        </p:txBody>
      </p:sp>
      <p:sp>
        <p:nvSpPr>
          <p:cNvPr id="31" name="Rounded Rectangle 30">
            <a:hlinkClick r:id="rId9"/>
          </p:cNvPr>
          <p:cNvSpPr/>
          <p:nvPr/>
        </p:nvSpPr>
        <p:spPr>
          <a:xfrm>
            <a:off x="457200" y="3931920"/>
            <a:ext cx="443484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desktop-draft-video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09167" y="4005072"/>
            <a:ext cx="3130905" cy="1956815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3520439" y="4041648"/>
            <a:ext cx="1143000" cy="329184"/>
          </a:xfrm>
          <a:prstGeom prst="roundRect">
            <a:avLst>
              <a:gd name="adj" fmla="val 45000"/>
            </a:avLst>
          </a:prstGeom>
          <a:solidFill>
            <a:srgbClr val="E56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93591" y="4114800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영상</a:t>
            </a:r>
          </a:p>
        </p:txBody>
      </p:sp>
      <p:sp>
        <p:nvSpPr>
          <p:cNvPr id="35" name="Rounded Rectangle 34">
            <a:hlinkClick r:id="rId9"/>
          </p:cNvPr>
          <p:cNvSpPr/>
          <p:nvPr/>
        </p:nvSpPr>
        <p:spPr>
          <a:xfrm>
            <a:off x="5029200" y="3931920"/>
            <a:ext cx="443484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desktop-detail-audio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81167" y="4005072"/>
            <a:ext cx="3130905" cy="1956815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8092440" y="4041648"/>
            <a:ext cx="1143000" cy="329184"/>
          </a:xfrm>
          <a:prstGeom prst="roundRect">
            <a:avLst>
              <a:gd name="adj" fmla="val 45000"/>
            </a:avLst>
          </a:prstGeom>
          <a:solidFill>
            <a:srgbClr val="E56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65592" y="4114800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소리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784080" y="1600200"/>
            <a:ext cx="2011680" cy="4526280"/>
          </a:xfrm>
          <a:prstGeom prst="roundRect">
            <a:avLst>
              <a:gd name="adj" fmla="val 8000"/>
            </a:avLst>
          </a:prstGeom>
          <a:solidFill>
            <a:srgbClr val="2A1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mobile-detail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75519" y="1884484"/>
            <a:ext cx="1828800" cy="3957710"/>
          </a:xfrm>
          <a:prstGeom prst="rect">
            <a:avLst/>
          </a:prstGeom>
        </p:spPr>
      </p:pic>
      <p:sp>
        <p:nvSpPr>
          <p:cNvPr id="41" name="TextBox 40">
            <a:hlinkClick r:id="rId9"/>
          </p:cNvPr>
          <p:cNvSpPr txBox="1"/>
          <p:nvPr/>
        </p:nvSpPr>
        <p:spPr>
          <a:xfrm>
            <a:off x="502920" y="6327648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400" b="1">
                <a:solidFill>
                  <a:srgbClr val="E56F0A"/>
                </a:solidFill>
                <a:latin typeface="Apple SD Gothic Neo"/>
                <a:ea typeface="Apple SD Gothic Neo"/>
                <a:cs typeface="Apple SD Gothic Neo"/>
              </a:rPr>
              <a:t>https://mybrary-snuu09.web.app/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300" b="1">
                <a:solidFill>
                  <a:srgbClr val="E56F0A"/>
                </a:solidFill>
                <a:latin typeface="Apple SD Gothic Neo"/>
                <a:ea typeface="Apple SD Gothic Neo"/>
                <a:cs typeface="Apple SD Gothic Neo"/>
              </a:rPr>
              <a:t>MVP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800" b="1">
                <a:solidFill>
                  <a:srgbClr val="322C26"/>
                </a:solidFill>
                <a:latin typeface="Apple SD Gothic Neo"/>
                <a:ea typeface="Apple SD Gothic Neo"/>
                <a:cs typeface="Apple SD Gothic Neo"/>
              </a:rPr>
              <a:t>핵심 흐름은 돌아가고, 관리까지 붙었어요.</a:t>
            </a:r>
          </a:p>
        </p:txBody>
      </p:sp>
      <p:sp>
        <p:nvSpPr>
          <p:cNvPr id="5" name="Rounded Rectangle 4">
            <a:hlinkClick r:id="rId3"/>
          </p:cNvPr>
          <p:cNvSpPr/>
          <p:nvPr/>
        </p:nvSpPr>
        <p:spPr>
          <a:xfrm>
            <a:off x="502920" y="1325880"/>
            <a:ext cx="4160520" cy="4800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esktop-mvp-gall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2471737"/>
            <a:ext cx="4014215" cy="250888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291839" y="1435607"/>
            <a:ext cx="1143000" cy="329184"/>
          </a:xfrm>
          <a:prstGeom prst="roundRect">
            <a:avLst>
              <a:gd name="adj" fmla="val 45000"/>
            </a:avLst>
          </a:prstGeom>
          <a:solidFill>
            <a:srgbClr val="E56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64991" y="1508760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책장</a:t>
            </a:r>
          </a:p>
        </p:txBody>
      </p:sp>
      <p:sp>
        <p:nvSpPr>
          <p:cNvPr id="9" name="Rounded Rectangle 8">
            <a:hlinkClick r:id="rId3"/>
          </p:cNvPr>
          <p:cNvSpPr/>
          <p:nvPr/>
        </p:nvSpPr>
        <p:spPr>
          <a:xfrm>
            <a:off x="4846320" y="1325880"/>
            <a:ext cx="338328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esktop-mvp-bundl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434465"/>
            <a:ext cx="3236976" cy="202311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58000" y="1435607"/>
            <a:ext cx="1143000" cy="329184"/>
          </a:xfrm>
          <a:prstGeom prst="roundRect">
            <a:avLst>
              <a:gd name="adj" fmla="val 45000"/>
            </a:avLst>
          </a:prstGeom>
          <a:solidFill>
            <a:srgbClr val="E56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31152" y="1508760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묶음 보기</a:t>
            </a:r>
          </a:p>
        </p:txBody>
      </p:sp>
      <p:sp>
        <p:nvSpPr>
          <p:cNvPr id="13" name="Rounded Rectangle 12">
            <a:hlinkClick r:id="rId3"/>
          </p:cNvPr>
          <p:cNvSpPr/>
          <p:nvPr/>
        </p:nvSpPr>
        <p:spPr>
          <a:xfrm>
            <a:off x="4846320" y="3749039"/>
            <a:ext cx="33832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desktop-mvp-dash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3926204"/>
            <a:ext cx="3236976" cy="202311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858000" y="3858768"/>
            <a:ext cx="1143000" cy="329184"/>
          </a:xfrm>
          <a:prstGeom prst="roundRect">
            <a:avLst>
              <a:gd name="adj" fmla="val 45000"/>
            </a:avLst>
          </a:prstGeom>
          <a:solidFill>
            <a:srgbClr val="E56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31152" y="3931920"/>
            <a:ext cx="1005840" cy="16459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대시보드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58200" y="1325880"/>
            <a:ext cx="324612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0" y="1536192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1">
                <a:solidFill>
                  <a:srgbClr val="E56F0A"/>
                </a:solidFill>
                <a:latin typeface="Apple SD Gothic Neo"/>
                <a:ea typeface="Apple SD Gothic Neo"/>
                <a:cs typeface="Apple SD Gothic Neo"/>
              </a:rPr>
              <a:t>구현됨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1965960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500" b="1">
                <a:solidFill>
                  <a:srgbClr val="322C26"/>
                </a:solidFill>
                <a:latin typeface="Apple SD Gothic Neo"/>
                <a:ea typeface="Apple SD Gothic Neo"/>
                <a:cs typeface="Apple SD Gothic Neo"/>
              </a:rPr>
              <a:t>붙여넣기 · AI 분류 · 책장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2606040"/>
            <a:ext cx="278892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0">
                <a:solidFill>
                  <a:srgbClr val="6E665C"/>
                </a:solidFill>
                <a:latin typeface="Apple SD Gothic Neo"/>
                <a:ea typeface="Apple SD Gothic Neo"/>
                <a:cs typeface="Apple SD Gothic Neo"/>
              </a:rPr>
              <a:t>검색 · 상세 · 대시보드 · 로그인 · 배포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58200" y="3749039"/>
            <a:ext cx="324612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0" y="3977639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100" b="1">
                <a:solidFill>
                  <a:srgbClr val="6E665C"/>
                </a:solidFill>
                <a:latin typeface="Apple SD Gothic Neo"/>
                <a:ea typeface="Apple SD Gothic Neo"/>
                <a:cs typeface="Apple SD Gothic Neo"/>
              </a:rPr>
              <a:t>보완 예정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4434840"/>
            <a:ext cx="278892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500" b="1">
                <a:solidFill>
                  <a:srgbClr val="322C26"/>
                </a:solidFill>
                <a:latin typeface="Apple SD Gothic Neo"/>
                <a:ea typeface="Apple SD Gothic Neo"/>
                <a:cs typeface="Apple SD Gothic Neo"/>
              </a:rPr>
              <a:t>결제 · 확장 · 공유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5029200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200" b="0">
                <a:solidFill>
                  <a:srgbClr val="6E665C"/>
                </a:solidFill>
                <a:latin typeface="Apple SD Gothic Neo"/>
                <a:ea typeface="Apple SD Gothic Neo"/>
                <a:cs typeface="Apple SD Gothic Neo"/>
              </a:rPr>
              <a:t>내보내기 · 네이티브 앱</a:t>
            </a:r>
          </a:p>
        </p:txBody>
      </p:sp>
      <p:sp>
        <p:nvSpPr>
          <p:cNvPr id="25" name="TextBox 24">
            <a:hlinkClick r:id="rId3"/>
          </p:cNvPr>
          <p:cNvSpPr txBox="1"/>
          <p:nvPr/>
        </p:nvSpPr>
        <p:spPr>
          <a:xfrm>
            <a:off x="502920" y="6327648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400" b="1">
                <a:solidFill>
                  <a:srgbClr val="E56F0A"/>
                </a:solidFill>
                <a:latin typeface="Apple SD Gothic Neo"/>
                <a:ea typeface="Apple SD Gothic Neo"/>
                <a:cs typeface="Apple SD Gothic Neo"/>
              </a:rPr>
              <a:t>https://mybrary-snuu09.web.app/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300" b="1">
                <a:solidFill>
                  <a:srgbClr val="E56F0A"/>
                </a:solidFill>
                <a:latin typeface="Apple SD Gothic Neo"/>
                <a:ea typeface="Apple SD Gothic Neo"/>
                <a:cs typeface="Apple SD Gothic Neo"/>
              </a:rPr>
              <a:t>소감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5486400" cy="5394960"/>
          </a:xfrm>
          <a:prstGeom prst="roundRect">
            <a:avLst>
              <a:gd name="adj" fmla="val 4000"/>
            </a:avLst>
          </a:prstGeom>
          <a:solidFill>
            <a:srgbClr val="2A1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amp-pos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893" y="1097280"/>
            <a:ext cx="3620452" cy="51206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17920" y="960120"/>
            <a:ext cx="5486400" cy="5394960"/>
          </a:xfrm>
          <a:prstGeom prst="roundRect">
            <a:avLst>
              <a:gd name="adj" fmla="val 4000"/>
            </a:avLst>
          </a:prstGeom>
          <a:solidFill>
            <a:srgbClr val="2A1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eflect-intr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097" y="1097280"/>
            <a:ext cx="5166044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400" b="1">
                <a:solidFill>
                  <a:srgbClr val="E56F0A"/>
                </a:solidFill>
                <a:latin typeface="Apple SD Gothic Neo"/>
                <a:ea typeface="Apple SD Gothic Neo"/>
                <a:cs typeface="Apple SD Gothic Neo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31720"/>
            <a:ext cx="6949440" cy="914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4200" b="1">
                <a:solidFill>
                  <a:srgbClr val="322C26"/>
                </a:solidFill>
                <a:latin typeface="Apple SD Gothic Neo"/>
                <a:ea typeface="Apple SD Gothic Neo"/>
                <a:cs typeface="Apple SD Gothic Neo"/>
              </a:rPr>
              <a:t>한번 붙여넣어 보세요.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640080" y="3429000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400" b="1">
                <a:solidFill>
                  <a:srgbClr val="E56F0A"/>
                </a:solidFill>
                <a:latin typeface="Apple SD Gothic Neo"/>
                <a:ea typeface="Apple SD Gothic Neo"/>
                <a:cs typeface="Apple SD Gothic Neo"/>
              </a:rPr>
              <a:t>mybrary-snuu09.web.app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600" b="0">
                <a:solidFill>
                  <a:srgbClr val="6E665C"/>
                </a:solidFill>
                <a:latin typeface="Apple SD Gothic Neo"/>
                <a:ea typeface="Apple SD Gothic Neo"/>
                <a:cs typeface="Apple SD Gothic Neo"/>
              </a:rPr>
              <a:t>QR로 바로 둘러볼 수 있습니다.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49640" y="1691640"/>
            <a:ext cx="246888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2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ite-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1874519"/>
            <a:ext cx="2103120" cy="21031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MyBrary 4분</dc:title>
  <dc:subject>붙여넣으면, AI가 분류해 줘요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