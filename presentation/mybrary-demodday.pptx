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Day입니다. 붙여넣으면 AI가 분류해 주는 개인 책장입니다.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탭이 쌓이면 다시 보기 어렵고 카테고리도 없습니다. 스크랩 서비스도 형태·확인이 불편하고, 저장과 확인이 따로 움직입니다. MyBrary는 붙여넣으면 초안이 나오고 AI 분류·요약·태그로 다시 찾게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 기준으로 메모·링크·영상 초안을 보여 주세요. 폰은 부가적으로, 같은 흐름이 모바일에서도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지원 형태를 보여 준 뒤, 하단 주소나 스크린샷을 눌러 라이브 웹을 엽니다. https://mybrary-snuu09.web.app/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화면을 보여 준 뒤, 하단 주소나 스크린샷을 눌러 라이브 웹을 엽니다. https://mybrary-snuu09.web.app/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TypeScript, React, Vite, Tailwind, Supabase, Firebase Hosting, Claude API를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라이브에서 둘러보기로 바로 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hyperlink" Target="https://mybrary-snuu09.web.app/" TargetMode="Externa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hyperlink" Target="https://mybrary-snuu09.web.app/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mybrary-snuu09.web.app/" TargetMode="External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brary-snuu09.web.app/" TargetMode="External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성남청년 AI 캠프 · Demo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2026.09.19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5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MyBrary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0">
                <a:solidFill>
                  <a:srgbClr val="524940"/>
                </a:solidFill>
                <a:latin typeface="Apple SD Gothic Neo"/>
                <a:ea typeface="Apple SD Gothic Neo"/>
                <a:cs typeface="Apple SD Gothic Neo"/>
              </a:rPr>
              <a:t>붙여넣으면, AI가 분류해 줘요.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박경진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437997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7" y="4370832"/>
            <a:ext cx="112471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4297680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ark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4379976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34056" y="4370832"/>
            <a:ext cx="10332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AI 분류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8496" y="429768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5" y="4379976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52544" y="4370832"/>
            <a:ext cx="121615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다시 찾기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개인 스크랩 · 글 · 사진 · 영상 · 소리 · 링크 ·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문제 · 아이디어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탭은 쌓이는데, 다시 보기 어렵다.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브라우저는 탭으로, 스크랩 서비스는 형태별로 갈라집니다. 모아 두고도 다시 찾기 어렵습니다.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852160" cy="4937760"/>
          </a:xfrm>
          <a:prstGeom prst="roundRect">
            <a:avLst>
              <a:gd name="adj" fmla="val 4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ktop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2294"/>
            <a:ext cx="5577840" cy="30678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41732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45336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6600" y="154533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6479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탭을 많이 쓰고, 스크랩도 자주 하는 사람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98424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글·링크·파일·영상을 열어두고 저장하지만, 도구가 여러 개로 갈라집니다.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404872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32888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6600" y="253288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불편 · 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75234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쌓인 탭은 다음에 확인하기 어렵다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97180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카테고리도 없어 더 안 보게 되고, 다시 열어볼 흐름이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392424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52044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86600" y="352044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불편 · 스크랩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39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서비스는 있어도 형태·확인이 불편함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593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일부 자료만 받거나, 링크는 직접 열어봐야 내용을 확인할 수 있습니다.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379976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507992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450799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왜 안 풀리나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72744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저장과 확인이 따로 움직임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94690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형태마다 앱이 갈라지고, 미리보기·요약이 약해 원문으로 다시 이동해야 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367528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park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5495544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86600" y="549554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그래서 MyBrary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1500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붙여넣으면 초안이 나와요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9344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여러 형태를 한 책장에 모으고, AI 분류·요약·태그로 다시 찾아 미리보기로 이동 없이 확인합니다.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AI 자동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붙여넣으면, 결과 초안이 먼저 나와요.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9576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제목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4208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117957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8256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태그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ok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1179576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9544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분류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2504" y="109728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1179576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16552" y="1170432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요약·분석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691640"/>
            <a:ext cx="2926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sktop-draft-m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1" y="1840191"/>
            <a:ext cx="2779776" cy="386341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01168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메모 초안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1691640"/>
            <a:ext cx="2926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ktop-draft-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1" y="1840191"/>
            <a:ext cx="2779776" cy="3863417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07492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링크 초안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691640"/>
            <a:ext cx="2926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esktop-draft-vid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1840191"/>
            <a:ext cx="2779776" cy="386341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13816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 초안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600200"/>
            <a:ext cx="2011680" cy="4343400"/>
          </a:xfrm>
          <a:prstGeom prst="roundRect">
            <a:avLst>
              <a:gd name="adj" fmla="val 8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obile-pl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19" y="1793044"/>
            <a:ext cx="1828800" cy="3957710"/>
          </a:xfrm>
          <a:prstGeom prst="rect">
            <a:avLst/>
          </a:prstGeom>
        </p:spPr>
      </p:pic>
      <p:sp>
        <p:nvSpPr>
          <p:cNvPr id="31" name="TextBox 30">
            <a:hlinkClick r:id="rId10"/>
          </p:cNvPr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https://mybrary-snuu09.web.app/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핵심 기능 · 지원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여러 형태를, 같은 책장에 모아요.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9576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1170432"/>
            <a:ext cx="94183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PDF·문서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17957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14015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링크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5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5" y="1179576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21023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영상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3" y="1179576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8031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소리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50992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1" y="1179576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메모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79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19" y="1179576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96327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사진</a:t>
            </a:r>
          </a:p>
        </p:txBody>
      </p:sp>
      <p:sp>
        <p:nvSpPr>
          <p:cNvPr id="23" name="Rounded Rectangle 22">
            <a:hlinkClick r:id="rId9"/>
          </p:cNvPr>
          <p:cNvSpPr/>
          <p:nvPr/>
        </p:nvSpPr>
        <p:spPr>
          <a:xfrm>
            <a:off x="457200" y="169164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sktop-detail-pd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371" y="1764792"/>
            <a:ext cx="2782496" cy="1956815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520439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1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PDF</a:t>
            </a:r>
          </a:p>
        </p:txBody>
      </p:sp>
      <p:sp>
        <p:nvSpPr>
          <p:cNvPr id="27" name="Rounded Rectangle 26">
            <a:hlinkClick r:id="rId9"/>
          </p:cNvPr>
          <p:cNvSpPr/>
          <p:nvPr/>
        </p:nvSpPr>
        <p:spPr>
          <a:xfrm>
            <a:off x="5029200" y="169164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esktop-detail-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985" y="1764792"/>
            <a:ext cx="2787269" cy="195681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09244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링크</a:t>
            </a:r>
          </a:p>
        </p:txBody>
      </p:sp>
      <p:sp>
        <p:nvSpPr>
          <p:cNvPr id="31" name="Rounded Rectangle 30">
            <a:hlinkClick r:id="rId9"/>
          </p:cNvPr>
          <p:cNvSpPr/>
          <p:nvPr/>
        </p:nvSpPr>
        <p:spPr>
          <a:xfrm>
            <a:off x="457200" y="393192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esktop-detail-vide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3371" y="4005072"/>
            <a:ext cx="2782496" cy="195681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520439" y="404164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1" y="4114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</a:t>
            </a:r>
          </a:p>
        </p:txBody>
      </p:sp>
      <p:sp>
        <p:nvSpPr>
          <p:cNvPr id="35" name="Rounded Rectangle 34">
            <a:hlinkClick r:id="rId9"/>
          </p:cNvPr>
          <p:cNvSpPr/>
          <p:nvPr/>
        </p:nvSpPr>
        <p:spPr>
          <a:xfrm>
            <a:off x="5029200" y="393192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desktop-detail-aud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8204" y="4005072"/>
            <a:ext cx="3316831" cy="195681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092440" y="404164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5592" y="4114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1600200"/>
            <a:ext cx="2011680" cy="4526280"/>
          </a:xfrm>
          <a:prstGeom prst="roundRect">
            <a:avLst>
              <a:gd name="adj" fmla="val 8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obile-detai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5519" y="1884484"/>
            <a:ext cx="1828800" cy="3957710"/>
          </a:xfrm>
          <a:prstGeom prst="rect">
            <a:avLst/>
          </a:prstGeom>
        </p:spPr>
      </p:pic>
      <p:sp>
        <p:nvSpPr>
          <p:cNvPr id="41" name="TextBox 40">
            <a:hlinkClick r:id="rId9"/>
          </p:cNvPr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https://mybrary-snuu09.web.app/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MVP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핵심 흐름은 돌아가고, 관리까지 붙었어요.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502920" y="1325880"/>
            <a:ext cx="416052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mvp-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35393"/>
            <a:ext cx="4014215" cy="29815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91839" y="1435607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1" y="150876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책장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846320" y="132588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sktop-mvp-bund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356" y="1399032"/>
            <a:ext cx="2819206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435607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50876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묶음 보기</a:t>
            </a:r>
          </a:p>
        </p:txBody>
      </p:sp>
      <p:sp>
        <p:nvSpPr>
          <p:cNvPr id="13" name="Rounded Rectangle 12">
            <a:hlinkClick r:id="rId3"/>
          </p:cNvPr>
          <p:cNvSpPr/>
          <p:nvPr/>
        </p:nvSpPr>
        <p:spPr>
          <a:xfrm>
            <a:off x="4846320" y="3749039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ktop-mvp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295" y="3822191"/>
            <a:ext cx="1605329" cy="223113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0" y="38587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대시보드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32588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444752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구현됨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755648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956816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AI 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15798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AI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359152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태깅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560320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761488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962656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책장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16382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대시보드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364991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79476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913632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보완 예정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29768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개인 스토리지(Google Drive) 연동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626864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등급별 플랜 기능 제한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95604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외부 공유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5285232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커뮤니티</a:t>
            </a:r>
          </a:p>
        </p:txBody>
      </p:sp>
      <p:sp>
        <p:nvSpPr>
          <p:cNvPr id="34" name="TextBox 33">
            <a:hlinkClick r:id="rId3"/>
          </p:cNvPr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https://mybrary-snuu09.web.app/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언어 · 프레임워크 ·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언어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ype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92024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90195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1284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언어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프레임워크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35661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8760" y="3547872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5876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UI 프레임워크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9184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56616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57800" y="3547872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85876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빌드 도구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29184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ilwind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56616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06840" y="354787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85876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스타일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솔루션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up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7" y="525780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08760" y="519379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50468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Auth · DB · Storage · Edge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93776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re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525780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49240" y="519379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Firebase 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504688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배포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4937760"/>
            <a:ext cx="32004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nthrop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5257800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89719" y="519379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Claude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55046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AI 분류 · 요약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4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한번 붙여넣어 보세요.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640080" y="342900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mybrary-snuu09.web.app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QR로 바로 둘러볼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691640"/>
            <a:ext cx="2468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t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874519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MyBrary Demo Day</dc:title>
  <dc:subject>붙여넣으면, AI가 분류해 줘요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